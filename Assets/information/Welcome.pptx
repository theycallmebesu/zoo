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64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66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198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34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8369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1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961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486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267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1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5/15/2026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662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19" r:id="rId6"/>
    <p:sldLayoutId id="2147483715" r:id="rId7"/>
    <p:sldLayoutId id="2147483716" r:id="rId8"/>
    <p:sldLayoutId id="2147483717" r:id="rId9"/>
    <p:sldLayoutId id="2147483718" r:id="rId10"/>
    <p:sldLayoutId id="214748372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DA75A0-924C-2F03-7333-89D96DA679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369076"/>
            <a:ext cx="6053074" cy="3837164"/>
          </a:xfrm>
        </p:spPr>
        <p:txBody>
          <a:bodyPr anchor="b">
            <a:normAutofit fontScale="90000"/>
          </a:bodyPr>
          <a:lstStyle/>
          <a:p>
            <a:r>
              <a:rPr lang="en-GB" dirty="0">
                <a:latin typeface="Algerian" panose="04020705040A02060702" pitchFamily="82" charset="0"/>
                <a:cs typeface="Aldhabi" panose="020F0502020204030204" pitchFamily="2" charset="-78"/>
              </a:rPr>
              <a:t>Welcome to</a:t>
            </a:r>
            <a:br>
              <a:rPr lang="en-GB" dirty="0">
                <a:latin typeface="Algerian" panose="04020705040A02060702" pitchFamily="82" charset="0"/>
                <a:cs typeface="Aldhabi" panose="020F0502020204030204" pitchFamily="2" charset="-78"/>
              </a:rPr>
            </a:br>
            <a:r>
              <a:rPr lang="en-GB" dirty="0">
                <a:latin typeface="Algerian" panose="04020705040A02060702" pitchFamily="82" charset="0"/>
                <a:cs typeface="Aldhabi" panose="020F0502020204030204" pitchFamily="2" charset="-78"/>
              </a:rPr>
              <a:t>BI ZOO</a:t>
            </a: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27432"/>
          </a:xfrm>
          <a:custGeom>
            <a:avLst/>
            <a:gdLst>
              <a:gd name="csX0" fmla="*/ 0 w 3474720"/>
              <a:gd name="csY0" fmla="*/ 0 h 27432"/>
              <a:gd name="csX1" fmla="*/ 660197 w 3474720"/>
              <a:gd name="csY1" fmla="*/ 0 h 27432"/>
              <a:gd name="csX2" fmla="*/ 1355141 w 3474720"/>
              <a:gd name="csY2" fmla="*/ 0 h 27432"/>
              <a:gd name="csX3" fmla="*/ 2084832 w 3474720"/>
              <a:gd name="csY3" fmla="*/ 0 h 27432"/>
              <a:gd name="csX4" fmla="*/ 2814523 w 3474720"/>
              <a:gd name="csY4" fmla="*/ 0 h 27432"/>
              <a:gd name="csX5" fmla="*/ 3474720 w 3474720"/>
              <a:gd name="csY5" fmla="*/ 0 h 27432"/>
              <a:gd name="csX6" fmla="*/ 3474720 w 3474720"/>
              <a:gd name="csY6" fmla="*/ 27432 h 27432"/>
              <a:gd name="csX7" fmla="*/ 2710282 w 3474720"/>
              <a:gd name="csY7" fmla="*/ 27432 h 27432"/>
              <a:gd name="csX8" fmla="*/ 1945843 w 3474720"/>
              <a:gd name="csY8" fmla="*/ 27432 h 27432"/>
              <a:gd name="csX9" fmla="*/ 1250899 w 3474720"/>
              <a:gd name="csY9" fmla="*/ 27432 h 27432"/>
              <a:gd name="csX10" fmla="*/ 0 w 3474720"/>
              <a:gd name="csY10" fmla="*/ 27432 h 27432"/>
              <a:gd name="csX11" fmla="*/ 0 w 3474720"/>
              <a:gd name="csY11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4720" h="27432" fill="none" extrusionOk="0">
                <a:moveTo>
                  <a:pt x="0" y="0"/>
                </a:moveTo>
                <a:cubicBezTo>
                  <a:pt x="307185" y="-8713"/>
                  <a:pt x="392307" y="-13121"/>
                  <a:pt x="660197" y="0"/>
                </a:cubicBezTo>
                <a:cubicBezTo>
                  <a:pt x="928087" y="13121"/>
                  <a:pt x="1167029" y="-2668"/>
                  <a:pt x="1355141" y="0"/>
                </a:cubicBezTo>
                <a:cubicBezTo>
                  <a:pt x="1543253" y="2668"/>
                  <a:pt x="1739408" y="-6709"/>
                  <a:pt x="2084832" y="0"/>
                </a:cubicBezTo>
                <a:cubicBezTo>
                  <a:pt x="2430256" y="6709"/>
                  <a:pt x="2538889" y="29706"/>
                  <a:pt x="2814523" y="0"/>
                </a:cubicBezTo>
                <a:cubicBezTo>
                  <a:pt x="3090157" y="-29706"/>
                  <a:pt x="3152920" y="-15446"/>
                  <a:pt x="3474720" y="0"/>
                </a:cubicBezTo>
                <a:cubicBezTo>
                  <a:pt x="3473554" y="7395"/>
                  <a:pt x="3474765" y="21864"/>
                  <a:pt x="3474720" y="27432"/>
                </a:cubicBezTo>
                <a:cubicBezTo>
                  <a:pt x="3275380" y="12730"/>
                  <a:pt x="2958934" y="10130"/>
                  <a:pt x="2710282" y="27432"/>
                </a:cubicBezTo>
                <a:cubicBezTo>
                  <a:pt x="2461630" y="44734"/>
                  <a:pt x="2131168" y="43757"/>
                  <a:pt x="1945843" y="27432"/>
                </a:cubicBezTo>
                <a:cubicBezTo>
                  <a:pt x="1760518" y="11107"/>
                  <a:pt x="1444829" y="-3738"/>
                  <a:pt x="1250899" y="27432"/>
                </a:cubicBezTo>
                <a:cubicBezTo>
                  <a:pt x="1056969" y="58602"/>
                  <a:pt x="444992" y="52761"/>
                  <a:pt x="0" y="27432"/>
                </a:cubicBezTo>
                <a:cubicBezTo>
                  <a:pt x="-503" y="20663"/>
                  <a:pt x="1168" y="5855"/>
                  <a:pt x="0" y="0"/>
                </a:cubicBezTo>
                <a:close/>
              </a:path>
              <a:path w="3474720" h="27432" stroke="0" extrusionOk="0">
                <a:moveTo>
                  <a:pt x="0" y="0"/>
                </a:moveTo>
                <a:cubicBezTo>
                  <a:pt x="300114" y="-5103"/>
                  <a:pt x="525093" y="-25284"/>
                  <a:pt x="660197" y="0"/>
                </a:cubicBezTo>
                <a:cubicBezTo>
                  <a:pt x="795301" y="25284"/>
                  <a:pt x="1023172" y="17955"/>
                  <a:pt x="1250899" y="0"/>
                </a:cubicBezTo>
                <a:cubicBezTo>
                  <a:pt x="1478626" y="-17955"/>
                  <a:pt x="1782079" y="-27844"/>
                  <a:pt x="2015338" y="0"/>
                </a:cubicBezTo>
                <a:cubicBezTo>
                  <a:pt x="2248597" y="27844"/>
                  <a:pt x="2491007" y="27648"/>
                  <a:pt x="2675534" y="0"/>
                </a:cubicBezTo>
                <a:cubicBezTo>
                  <a:pt x="2860061" y="-27648"/>
                  <a:pt x="3088679" y="-3661"/>
                  <a:pt x="3474720" y="0"/>
                </a:cubicBezTo>
                <a:cubicBezTo>
                  <a:pt x="3474913" y="12649"/>
                  <a:pt x="3473732" y="17989"/>
                  <a:pt x="3474720" y="27432"/>
                </a:cubicBezTo>
                <a:cubicBezTo>
                  <a:pt x="3317198" y="15714"/>
                  <a:pt x="2959205" y="52182"/>
                  <a:pt x="2779776" y="27432"/>
                </a:cubicBezTo>
                <a:cubicBezTo>
                  <a:pt x="2600347" y="2682"/>
                  <a:pt x="2382660" y="-684"/>
                  <a:pt x="2015338" y="27432"/>
                </a:cubicBezTo>
                <a:cubicBezTo>
                  <a:pt x="1648016" y="55548"/>
                  <a:pt x="1641073" y="39646"/>
                  <a:pt x="1424635" y="27432"/>
                </a:cubicBezTo>
                <a:cubicBezTo>
                  <a:pt x="1208197" y="15218"/>
                  <a:pt x="1021559" y="15893"/>
                  <a:pt x="729691" y="27432"/>
                </a:cubicBezTo>
                <a:cubicBezTo>
                  <a:pt x="437823" y="38971"/>
                  <a:pt x="153856" y="-2647"/>
                  <a:pt x="0" y="27432"/>
                </a:cubicBezTo>
                <a:cubicBezTo>
                  <a:pt x="1300" y="19678"/>
                  <a:pt x="-86" y="12044"/>
                  <a:pt x="0" y="0"/>
                </a:cubicBezTo>
                <a:close/>
              </a:path>
            </a:pathLst>
          </a:custGeom>
          <a:solidFill>
            <a:srgbClr val="CD9234"/>
          </a:solidFill>
          <a:ln w="38100" cap="rnd">
            <a:solidFill>
              <a:srgbClr val="CD923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Red panda eating leaves">
            <a:extLst>
              <a:ext uri="{FF2B5EF4-FFF2-40B4-BE49-F238E27FC236}">
                <a16:creationId xmlns:a16="http://schemas.microsoft.com/office/drawing/2014/main" id="{6BB421B3-F5C1-3648-D2CB-79CC4C3061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67" r="1426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76526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Modern Love</vt:lpstr>
      <vt:lpstr>The Hand</vt:lpstr>
      <vt:lpstr>SketchyVTI</vt:lpstr>
      <vt:lpstr>Welcome to BI ZOO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Maharjan, Bishu</dc:creator>
  <cp:lastModifiedBy>Maharjan, Bishu</cp:lastModifiedBy>
  <cp:revision>1</cp:revision>
  <dcterms:created xsi:type="dcterms:W3CDTF">2026-05-15T09:10:30Z</dcterms:created>
  <dcterms:modified xsi:type="dcterms:W3CDTF">2026-05-15T09:14:10Z</dcterms:modified>
</cp:coreProperties>
</file>